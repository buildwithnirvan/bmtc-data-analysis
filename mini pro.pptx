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63" r:id="rId5"/>
    <p:sldId id="258" r:id="rId6"/>
    <p:sldId id="262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06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474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69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59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86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3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427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44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14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834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638E6-B4A0-4071-B3F4-70C4D3425563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4C74A-70CD-44E7-8A8C-562B4D8A4F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38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04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" t="60966" r="211" b="18564"/>
          <a:stretch/>
        </p:blipFill>
        <p:spPr>
          <a:xfrm>
            <a:off x="1" y="5257801"/>
            <a:ext cx="121920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60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3" t="59562" r="-406" b="18631"/>
          <a:stretch/>
        </p:blipFill>
        <p:spPr>
          <a:xfrm>
            <a:off x="0" y="5359139"/>
            <a:ext cx="12192000" cy="1498861"/>
          </a:xfrm>
        </p:spPr>
      </p:pic>
    </p:spTree>
    <p:extLst>
      <p:ext uri="{BB962C8B-B14F-4D97-AF65-F5344CB8AC3E}">
        <p14:creationId xmlns:p14="http://schemas.microsoft.com/office/powerpoint/2010/main" val="4086576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82" b="18570"/>
          <a:stretch/>
        </p:blipFill>
        <p:spPr>
          <a:xfrm>
            <a:off x="0" y="5500540"/>
            <a:ext cx="12192000" cy="1357460"/>
          </a:xfrm>
        </p:spPr>
      </p:pic>
    </p:spTree>
    <p:extLst>
      <p:ext uri="{BB962C8B-B14F-4D97-AF65-F5344CB8AC3E}">
        <p14:creationId xmlns:p14="http://schemas.microsoft.com/office/powerpoint/2010/main" val="1394642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60733" r="163" b="19120"/>
          <a:stretch/>
        </p:blipFill>
        <p:spPr>
          <a:xfrm>
            <a:off x="0" y="5363852"/>
            <a:ext cx="12192000" cy="1494148"/>
          </a:xfrm>
        </p:spPr>
      </p:pic>
    </p:spTree>
    <p:extLst>
      <p:ext uri="{BB962C8B-B14F-4D97-AF65-F5344CB8AC3E}">
        <p14:creationId xmlns:p14="http://schemas.microsoft.com/office/powerpoint/2010/main" val="3789710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00" t="59759" r="662" b="18469"/>
          <a:stretch/>
        </p:blipFill>
        <p:spPr>
          <a:xfrm>
            <a:off x="-84842" y="5448693"/>
            <a:ext cx="12276842" cy="1409307"/>
          </a:xfrm>
        </p:spPr>
      </p:pic>
    </p:spTree>
    <p:extLst>
      <p:ext uri="{BB962C8B-B14F-4D97-AF65-F5344CB8AC3E}">
        <p14:creationId xmlns:p14="http://schemas.microsoft.com/office/powerpoint/2010/main" val="1273560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8" r="622" b="18967"/>
          <a:stretch/>
        </p:blipFill>
        <p:spPr>
          <a:xfrm>
            <a:off x="0" y="5344998"/>
            <a:ext cx="12192000" cy="1513002"/>
          </a:xfrm>
        </p:spPr>
      </p:pic>
    </p:spTree>
    <p:extLst>
      <p:ext uri="{BB962C8B-B14F-4D97-AF65-F5344CB8AC3E}">
        <p14:creationId xmlns:p14="http://schemas.microsoft.com/office/powerpoint/2010/main" val="288683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4126908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2025-10-30T18:36:36Z</dcterms:created>
  <dcterms:modified xsi:type="dcterms:W3CDTF">2025-10-30T19:18:06Z</dcterms:modified>
</cp:coreProperties>
</file>